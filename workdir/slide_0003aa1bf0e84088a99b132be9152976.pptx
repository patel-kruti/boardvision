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731520" y="2971800"/>
            <a:ext cx="2011680" cy="91440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3" name="Process 2"/>
          <p:cNvSpPr/>
          <p:nvPr/>
        </p:nvSpPr>
        <p:spPr>
          <a:xfrm>
            <a:off x="5669280" y="2743200"/>
            <a:ext cx="2926080" cy="13716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</a:t>
            </a:r>
          </a:p>
        </p:txBody>
      </p:sp>
      <p:sp>
        <p:nvSpPr>
          <p:cNvPr id="4" name="Terminator 3"/>
          <p:cNvSpPr/>
          <p:nvPr/>
        </p:nvSpPr>
        <p:spPr>
          <a:xfrm>
            <a:off x="11521440" y="2971800"/>
            <a:ext cx="2011680" cy="91440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3429000.0"/>
            <a:ext cx="29260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95360" y="3429000.0"/>
            <a:ext cx="29260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diagram represents a flowchart with three nodes: start, process, and end. The start node represents the beginning of the process, the process node represents the execution of the process, and the end node represents the completion of the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