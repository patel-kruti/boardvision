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731520" y="73152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 Terminator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A flowchart with one node representing the start of the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