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8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 Patel" userId="db661d5c9d3f33c3" providerId="LiveId" clId="{8A20216C-29CD-466B-9BAF-DCF2B73F73B0}"/>
    <pc:docChg chg="modSld">
      <pc:chgData name="Kruti Patel" userId="db661d5c9d3f33c3" providerId="LiveId" clId="{8A20216C-29CD-466B-9BAF-DCF2B73F73B0}" dt="2025-12-31T09:26:00.166" v="5" actId="1076"/>
      <pc:docMkLst>
        <pc:docMk/>
      </pc:docMkLst>
      <pc:sldChg chg="modSp mod">
        <pc:chgData name="Kruti Patel" userId="db661d5c9d3f33c3" providerId="LiveId" clId="{8A20216C-29CD-466B-9BAF-DCF2B73F73B0}" dt="2025-12-31T09:26:00.166" v="5" actId="1076"/>
        <pc:sldMkLst>
          <pc:docMk/>
          <pc:sldMk cId="0" sldId="256"/>
        </pc:sldMkLst>
        <pc:spChg chg="mod">
          <ac:chgData name="Kruti Patel" userId="db661d5c9d3f33c3" providerId="LiveId" clId="{8A20216C-29CD-466B-9BAF-DCF2B73F73B0}" dt="2025-12-31T09:24:07.342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ruti Patel" userId="db661d5c9d3f33c3" providerId="LiveId" clId="{8A20216C-29CD-466B-9BAF-DCF2B73F73B0}" dt="2025-12-31T09:26:00.166" v="5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Kruti Patel" userId="db661d5c9d3f33c3" providerId="LiveId" clId="{8A20216C-29CD-466B-9BAF-DCF2B73F73B0}" dt="2025-12-31T09:24:13.634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Kruti Patel" userId="db661d5c9d3f33c3" providerId="LiveId" clId="{8A20216C-29CD-466B-9BAF-DCF2B73F73B0}" dt="2025-12-31T09:24:05.289" v="0" actId="1076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25880" y="2019300"/>
            <a:ext cx="4480560" cy="2148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 ALPHA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104900"/>
            <a:ext cx="7589520" cy="2148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DEADLINE: NOV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4892040" y="1783081"/>
            <a:ext cx="4480560" cy="39776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-411480" y="4511040"/>
            <a:ext cx="3154680" cy="5715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5806440"/>
            <a:ext cx="3154680" cy="6629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1417320" y="6720840"/>
            <a:ext cx="3154680" cy="7543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IMPLEMENTATION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25880" y="1325880"/>
            <a:ext cx="315468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480560" y="1325880"/>
            <a:ext cx="31089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325880" y="1325880"/>
            <a:ext cx="626364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4892040"/>
            <a:ext cx="182880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154680" y="4892040"/>
            <a:ext cx="173736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92040" y="1325880"/>
            <a:ext cx="2697480" cy="8229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288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whiteboard with the following information: PROJECT ALPHA, DEADLINE: NOV 30, GOAL, PLANNING, DESIGN,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 Patel</cp:lastModifiedBy>
  <cp:revision>1</cp:revision>
  <dcterms:created xsi:type="dcterms:W3CDTF">2013-01-27T09:14:16Z</dcterms:created>
  <dcterms:modified xsi:type="dcterms:W3CDTF">2025-12-31T09:26:07Z</dcterms:modified>
  <cp:category/>
</cp:coreProperties>
</file>