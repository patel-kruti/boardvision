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457200" y="3200400"/>
            <a:ext cx="2286000" cy="109728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3" name="Process 2"/>
          <p:cNvSpPr/>
          <p:nvPr/>
        </p:nvSpPr>
        <p:spPr>
          <a:xfrm>
            <a:off x="3200400" y="3200400"/>
            <a:ext cx="2286000" cy="109728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</a:t>
            </a:r>
          </a:p>
        </p:txBody>
      </p:sp>
      <p:sp>
        <p:nvSpPr>
          <p:cNvPr id="4" name="Terminator 3"/>
          <p:cNvSpPr/>
          <p:nvPr/>
        </p:nvSpPr>
        <p:spPr>
          <a:xfrm>
            <a:off x="5943600" y="3200400"/>
            <a:ext cx="2286000" cy="109728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743200" y="374904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simple diagram with a start node leading to a process node, which then leads to a stop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