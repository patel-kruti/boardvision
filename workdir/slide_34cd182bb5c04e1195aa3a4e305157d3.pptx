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rminator 1"/>
          <p:cNvSpPr/>
          <p:nvPr/>
        </p:nvSpPr>
        <p:spPr>
          <a:xfrm>
            <a:off x="731520" y="3429000"/>
            <a:ext cx="2011680" cy="914400"/>
          </a:xfrm>
          <a:prstGeom prst="flowChartTerminator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Start</a:t>
            </a:r>
          </a:p>
        </p:txBody>
      </p:sp>
      <p:sp>
        <p:nvSpPr>
          <p:cNvPr id="3" name="Process 2"/>
          <p:cNvSpPr/>
          <p:nvPr/>
        </p:nvSpPr>
        <p:spPr>
          <a:xfrm>
            <a:off x="3931920" y="3429000"/>
            <a:ext cx="2926080" cy="1371600"/>
          </a:xfrm>
          <a:prstGeom prst="flowChartProcess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Process</a:t>
            </a:r>
          </a:p>
        </p:txBody>
      </p:sp>
      <p:sp>
        <p:nvSpPr>
          <p:cNvPr id="4" name="Terminator 3"/>
          <p:cNvSpPr/>
          <p:nvPr/>
        </p:nvSpPr>
        <p:spPr>
          <a:xfrm>
            <a:off x="7132320" y="3429000"/>
            <a:ext cx="2011680" cy="914400"/>
          </a:xfrm>
          <a:prstGeom prst="flowChartTerminator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Stop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0" y="3886200.0"/>
            <a:ext cx="1188720" cy="228600.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6858000" y="3886200.0"/>
            <a:ext cx="274320" cy="228600.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0" y="5943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/>
            </a:pPr>
            <a:r>
              <a:t>The diagram represents a flowchart with three nodes: start, process, and end. The start node represents the beginning of the process, the process node represents the execution of the process, and the end node represents the completion of the process.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