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a40d096fd8714859a4dc101f7cfe79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5943600" cy="43437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0" y="731520"/>
            <a:ext cx="23774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Auto Summary</a:t>
            </a:r>
          </a:p>
          <a:p>
            <a:r>
              <a:t>Sprint #2</a:t>
            </a:r>
            <a:br/>
            <a:br/>
            <a:r>
              <a:t>Sprint #3</a:t>
            </a:r>
            <a:br/>
            <a:br/>
            <a:r>
              <a:t>Sprint #5</a:t>
            </a:r>
            <a:br/>
            <a:br/>
            <a:r>
              <a:t>Sprint #6</a:t>
            </a:r>
            <a:br/>
            <a:br/>
            <a:r>
              <a:t>Sprint #7</a:t>
            </a:r>
            <a:br/>
            <a:br/>
            <a:r>
              <a:t>Team Workflow</a:t>
            </a:r>
            <a:br/>
            <a:br/>
            <a:r>
              <a:t>Sprint #10</a:t>
            </a:r>
            <a:br/>
            <a:br/>
            <a:r>
              <a:t>oneznyoud oye</a:t>
            </a:r>
            <a:br/>
            <a:r>
              <a:t>inoys spue&gt;</a:t>
            </a:r>
            <a:br/>
            <a:br/>
            <a:r>
              <a:t>paddewpeos aq</a:t>
            </a:r>
            <a:br/>
            <a:br/>
            <a:r>
              <a:t>Sprint #8 = ———~*</a:t>
            </a:r>
            <a:br/>
            <a:br/>
            <a:r>
              <a:t>Sprint #11. ——+</a:t>
            </a:r>
            <a:br/>
            <a:br/>
            <a:r>
              <a:t>Sprint #12</a:t>
            </a:r>
            <a:br/>
            <a:br/>
            <a:r>
              <a:t>Sprints that don't</a:t>
            </a:r>
            <a:br/>
            <a:r>
              <a:t>require QA can move</a:t>
            </a:r>
            <a:br/>
            <a:r>
              <a:t>directly to done</a:t>
            </a:r>
            <a:br/>
            <a:br/>
            <a:r>
              <a:t>Bug reports should first be placed</a:t>
            </a:r>
            <a:br/>
            <a:r>
              <a:t>in the backlog and then transferred</a:t>
            </a:r>
            <a:br/>
            <a:r>
              <a:t>to “Bug Report” board</a:t>
            </a:r>
            <a:br/>
            <a:br/>
            <a:r>
              <a:t>Sprint #13</a:t>
            </a:r>
            <a:br/>
            <a:br/>
            <a:r>
              <a:t>Sprint #14</a:t>
            </a:r>
            <a:br/>
            <a:br/>
            <a:r>
              <a:t>Sprint #15</a:t>
            </a:r>
            <a:br/>
            <a:br/>
            <a:r>
              <a:t>Sprint #16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