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ti Patel" userId="db661d5c9d3f33c3" providerId="LiveId" clId="{8A20216C-29CD-466B-9BAF-DCF2B73F73B0}"/>
    <pc:docChg chg="modSld">
      <pc:chgData name="Kruti Patel" userId="db661d5c9d3f33c3" providerId="LiveId" clId="{8A20216C-29CD-466B-9BAF-DCF2B73F73B0}" dt="2026-01-01T11:49:07.846" v="1" actId="1076"/>
      <pc:docMkLst>
        <pc:docMk/>
      </pc:docMkLst>
      <pc:sldChg chg="modSp mod">
        <pc:chgData name="Kruti Patel" userId="db661d5c9d3f33c3" providerId="LiveId" clId="{8A20216C-29CD-466B-9BAF-DCF2B73F73B0}" dt="2026-01-01T11:49:07.846" v="1" actId="1076"/>
        <pc:sldMkLst>
          <pc:docMk/>
          <pc:sldMk cId="0" sldId="256"/>
        </pc:sldMkLst>
        <pc:spChg chg="mod">
          <ac:chgData name="Kruti Patel" userId="db661d5c9d3f33c3" providerId="LiveId" clId="{8A20216C-29CD-466B-9BAF-DCF2B73F73B0}" dt="2026-01-01T11:49:07.846" v="1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24667" y="1928707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Sample Whiteboard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diagram represents a flowchart with a start node, a process node, and an end node.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Kruti Patel</cp:lastModifiedBy>
  <cp:revision>1</cp:revision>
  <dcterms:created xsi:type="dcterms:W3CDTF">2013-01-27T09:14:16Z</dcterms:created>
  <dcterms:modified xsi:type="dcterms:W3CDTF">2026-01-01T11:49:17Z</dcterms:modified>
  <cp:category/>
</cp:coreProperties>
</file>