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2286000" cy="1097280"/>
          </a:xfrm>
          <a:prstGeom prst="rect">
            <a:avLst/>
          </a:prstGeom>
          <a:solidFill>
            <a:srgbClr val="EBF2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Start Terminator</a:t>
            </a:r>
          </a:p>
        </p:txBody>
      </p:sp>
      <p:sp>
        <p:nvSpPr>
          <p:cNvPr id="3" name="Rectangle 2"/>
          <p:cNvSpPr/>
          <p:nvPr/>
        </p:nvSpPr>
        <p:spPr>
          <a:xfrm>
            <a:off x="3657600" y="731520"/>
            <a:ext cx="2286000" cy="1097280"/>
          </a:xfrm>
          <a:prstGeom prst="rect">
            <a:avLst/>
          </a:prstGeom>
          <a:solidFill>
            <a:srgbClr val="EBF2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Process</a:t>
            </a:r>
          </a:p>
        </p:txBody>
      </p:sp>
      <p:sp>
        <p:nvSpPr>
          <p:cNvPr id="4" name="Rectangle 3"/>
          <p:cNvSpPr/>
          <p:nvPr/>
        </p:nvSpPr>
        <p:spPr>
          <a:xfrm>
            <a:off x="6583680" y="731520"/>
            <a:ext cx="2286000" cy="1097280"/>
          </a:xfrm>
          <a:prstGeom prst="rect">
            <a:avLst/>
          </a:prstGeom>
          <a:solidFill>
            <a:srgbClr val="EBF2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9509760" y="731520"/>
            <a:ext cx="2286000" cy="1097280"/>
          </a:xfrm>
          <a:prstGeom prst="rect">
            <a:avLst/>
          </a:prstGeom>
          <a:solidFill>
            <a:srgbClr val="EBF2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12435840" y="731520"/>
            <a:ext cx="2286000" cy="1097280"/>
          </a:xfrm>
          <a:prstGeom prst="rect">
            <a:avLst/>
          </a:prstGeom>
          <a:solidFill>
            <a:srgbClr val="EBF2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Document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15361920" y="731520"/>
            <a:ext cx="2286000" cy="1097280"/>
          </a:xfrm>
          <a:prstGeom prst="rect">
            <a:avLst/>
          </a:prstGeom>
          <a:solidFill>
            <a:srgbClr val="EBF2FF"/>
          </a:solidFill>
          <a:ln w="19050"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800" b="1"/>
            </a:pPr>
            <a:r>
              <a:t>End Terminator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17520" y="1280160.0"/>
            <a:ext cx="640080" cy="0.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943600" y="1280160.0"/>
            <a:ext cx="640080" cy="0.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869680" y="1280160.0"/>
            <a:ext cx="640080" cy="0.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11795760" y="1280160.0"/>
            <a:ext cx="640080" cy="0.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14721840" y="1280160.0"/>
            <a:ext cx="640080" cy="0.0"/>
          </a:xfrm>
          <a:prstGeom prst="line">
            <a:avLst/>
          </a:prstGeom>
          <a:ln w="19050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