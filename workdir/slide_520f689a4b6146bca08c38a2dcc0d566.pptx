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cess 1"/>
          <p:cNvSpPr/>
          <p:nvPr/>
        </p:nvSpPr>
        <p:spPr>
          <a:xfrm>
            <a:off x="731520" y="731520"/>
            <a:ext cx="2926080" cy="1371600"/>
          </a:xfrm>
          <a:prstGeom prst="flowChartProcess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A flowchart diagram with a start node and a decision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