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731520"/>
            <a:ext cx="2286000" cy="1097280"/>
          </a:xfrm>
          <a:prstGeom prst="rect">
            <a:avLst/>
          </a:prstGeom>
          <a:solidFill>
            <a:srgbClr val="EBF2FF"/>
          </a:solidFill>
          <a:ln w="1905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/>
            </a:pPr>
            <a:r>
              <a:t>Start Terminator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0" y="731520"/>
            <a:ext cx="2286000" cy="1097280"/>
          </a:xfrm>
          <a:prstGeom prst="rect">
            <a:avLst/>
          </a:prstGeom>
          <a:solidFill>
            <a:srgbClr val="EBF2FF"/>
          </a:solidFill>
          <a:ln w="1905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/>
            </a:pPr>
            <a:r>
              <a:t>Process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0" y="731520"/>
            <a:ext cx="2286000" cy="1097280"/>
          </a:xfrm>
          <a:prstGeom prst="rect">
            <a:avLst/>
          </a:prstGeom>
          <a:solidFill>
            <a:srgbClr val="EBF2FF"/>
          </a:solidFill>
          <a:ln w="1905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/>
            </a:pPr>
            <a:r>
              <a:t>Decision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2560320"/>
            <a:ext cx="2286000" cy="1097280"/>
          </a:xfrm>
          <a:prstGeom prst="rect">
            <a:avLst/>
          </a:prstGeom>
          <a:solidFill>
            <a:srgbClr val="EBF2FF"/>
          </a:solidFill>
          <a:ln w="1905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/>
            </a:pPr>
            <a:r>
              <a:t>Data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4389120"/>
            <a:ext cx="2286000" cy="1097280"/>
          </a:xfrm>
          <a:prstGeom prst="rect">
            <a:avLst/>
          </a:prstGeom>
          <a:solidFill>
            <a:srgbClr val="EBF2FF"/>
          </a:solidFill>
          <a:ln w="1905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/>
            </a:pPr>
            <a:r>
              <a:t>Document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5669280"/>
            <a:ext cx="2286000" cy="1097280"/>
          </a:xfrm>
          <a:prstGeom prst="rect">
            <a:avLst/>
          </a:prstGeom>
          <a:solidFill>
            <a:srgbClr val="EBF2FF"/>
          </a:solidFill>
          <a:ln w="1905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/>
            </a:pPr>
            <a:r>
              <a:t>End Terminator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017520" y="1280160"/>
            <a:ext cx="640080" cy="0"/>
          </a:xfrm>
          <a:prstGeom prst="line">
            <a:avLst/>
          </a:prstGeom>
          <a:ln w="1905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5943600" y="1280160"/>
            <a:ext cx="640080" cy="0"/>
          </a:xfrm>
          <a:prstGeom prst="line">
            <a:avLst/>
          </a:prstGeom>
          <a:ln w="1905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486400" y="5943600"/>
            <a:ext cx="3200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i="1"/>
            </a:pPr>
            <a:r>
              <a:t>The Start Terminator node has an edge to the Process node, and the Process node has an edge to the Decision node, which has a Yes label.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