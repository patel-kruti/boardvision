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53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ti Patel" userId="db661d5c9d3f33c3" providerId="LiveId" clId="{8A20216C-29CD-466B-9BAF-DCF2B73F73B0}"/>
    <pc:docChg chg="modSld">
      <pc:chgData name="Kruti Patel" userId="db661d5c9d3f33c3" providerId="LiveId" clId="{8A20216C-29CD-466B-9BAF-DCF2B73F73B0}" dt="2025-12-31T09:38:03.481" v="3" actId="1076"/>
      <pc:docMkLst>
        <pc:docMk/>
      </pc:docMkLst>
      <pc:sldChg chg="modSp mod">
        <pc:chgData name="Kruti Patel" userId="db661d5c9d3f33c3" providerId="LiveId" clId="{8A20216C-29CD-466B-9BAF-DCF2B73F73B0}" dt="2025-12-31T09:38:03.481" v="3" actId="1076"/>
        <pc:sldMkLst>
          <pc:docMk/>
          <pc:sldMk cId="0" sldId="256"/>
        </pc:sldMkLst>
        <pc:spChg chg="mod">
          <ac:chgData name="Kruti Patel" userId="db661d5c9d3f33c3" providerId="LiveId" clId="{8A20216C-29CD-466B-9BAF-DCF2B73F73B0}" dt="2025-12-31T09:37:57.153" v="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ruti Patel" userId="db661d5c9d3f33c3" providerId="LiveId" clId="{8A20216C-29CD-466B-9BAF-DCF2B73F73B0}" dt="2025-12-31T09:38:01.362" v="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Kruti Patel" userId="db661d5c9d3f33c3" providerId="LiveId" clId="{8A20216C-29CD-466B-9BAF-DCF2B73F73B0}" dt="2025-12-31T09:38:03.481" v="3" actId="1076"/>
          <ac:spMkLst>
            <pc:docMk/>
            <pc:sldMk cId="0" sldId="256"/>
            <ac:spMk id="4" creationId="{00000000-0000-0000-0000-000000000000}"/>
          </ac:spMkLst>
        </pc:spChg>
        <pc:cxnChg chg="mod">
          <ac:chgData name="Kruti Patel" userId="db661d5c9d3f33c3" providerId="LiveId" clId="{8A20216C-29CD-466B-9BAF-DCF2B73F73B0}" dt="2025-12-31T09:37:59.628" v="1" actId="1076"/>
          <ac:cxnSpMkLst>
            <pc:docMk/>
            <pc:sldMk cId="0" sldId="256"/>
            <ac:cxnSpMk id="5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28016"/>
            <a:ext cx="2359152" cy="48646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2679192" y="0"/>
            <a:ext cx="5376672" cy="48646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64810" y="-128016"/>
            <a:ext cx="7662672" cy="48646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5084" y="1594540"/>
            <a:ext cx="210312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simple diagram with a start node leading to a process node, which then leads to a stop node.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Kruti Patel</cp:lastModifiedBy>
  <cp:revision>1</cp:revision>
  <dcterms:created xsi:type="dcterms:W3CDTF">2013-01-27T09:14:16Z</dcterms:created>
  <dcterms:modified xsi:type="dcterms:W3CDTF">2025-12-31T09:38:07Z</dcterms:modified>
  <cp:category/>
</cp:coreProperties>
</file>