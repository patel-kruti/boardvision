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rminator 1"/>
          <p:cNvSpPr/>
          <p:nvPr/>
        </p:nvSpPr>
        <p:spPr>
          <a:xfrm>
            <a:off x="731520" y="73152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 Terminator</a:t>
            </a:r>
          </a:p>
        </p:txBody>
      </p:sp>
      <p:sp>
        <p:nvSpPr>
          <p:cNvPr id="3" name="Terminator 2"/>
          <p:cNvSpPr/>
          <p:nvPr/>
        </p:nvSpPr>
        <p:spPr>
          <a:xfrm>
            <a:off x="3657600" y="73152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731520"/>
            <a:ext cx="3291840" cy="182880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Decision</a:t>
            </a:r>
          </a:p>
        </p:txBody>
      </p:sp>
      <p:sp>
        <p:nvSpPr>
          <p:cNvPr id="5" name="Terminator 4"/>
          <p:cNvSpPr/>
          <p:nvPr/>
        </p:nvSpPr>
        <p:spPr>
          <a:xfrm>
            <a:off x="9509760" y="73152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Data</a:t>
            </a:r>
          </a:p>
        </p:txBody>
      </p:sp>
      <p:sp>
        <p:nvSpPr>
          <p:cNvPr id="6" name="Terminator 5"/>
          <p:cNvSpPr/>
          <p:nvPr/>
        </p:nvSpPr>
        <p:spPr>
          <a:xfrm>
            <a:off x="12435840" y="73152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Document</a:t>
            </a:r>
          </a:p>
        </p:txBody>
      </p:sp>
      <p:sp>
        <p:nvSpPr>
          <p:cNvPr id="7" name="Terminator 6"/>
          <p:cNvSpPr/>
          <p:nvPr/>
        </p:nvSpPr>
        <p:spPr>
          <a:xfrm>
            <a:off x="15361920" y="731520"/>
            <a:ext cx="2011680" cy="914400"/>
          </a:xfrm>
          <a:prstGeom prst="flowChartTerminator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End Terminator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188720.0"/>
            <a:ext cx="91440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69280" y="1188720.0"/>
            <a:ext cx="914400" cy="45720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9509760" y="1188720.0"/>
            <a:ext cx="365760" cy="45720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521440" y="1188720.0"/>
            <a:ext cx="91440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447520" y="1188720.0"/>
            <a:ext cx="91440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