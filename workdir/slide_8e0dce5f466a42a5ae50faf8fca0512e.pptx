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 Terminator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3891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0467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Document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875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End Terminator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