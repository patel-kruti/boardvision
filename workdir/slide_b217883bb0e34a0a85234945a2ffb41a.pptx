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1280160"/>
            <a:ext cx="64008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43600" y="1280160"/>
            <a:ext cx="64008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The process starts and then stops.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